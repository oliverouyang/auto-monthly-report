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8B4513"/>
                </a:solidFill>
                <a:latin typeface="Microsoft YaHei"/>
              </a:defRPr>
            </a:pPr>
            <a:r>
              <a:t>获客规模指标：1-7评级首借交易 By客群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900000"/>
            <a:ext cx="11160000" cy="432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08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2月1-7评级首借交易（24h口径）总额4.80亿元，环比减少1.6亿，下降25.1%</a:t>
            </a:r>
          </a:p>
        </p:txBody>
      </p:sp>
      <p:pic>
        <p:nvPicPr>
          <p:cNvPr id="5" name="Picture 4" descr="chart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728000"/>
            <a:ext cx="11520000" cy="486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52000"/>
            <a:ext cx="12189600" cy="288000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ADB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340000" y="360000"/>
            <a:ext cx="432000" cy="432000"/>
          </a:xfrm>
          <a:prstGeom prst="rect">
            <a:avLst/>
          </a:prstGeom>
          <a:solidFill>
            <a:srgbClr val="E84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